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0" y="228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DCC"/>
                </a:solidFill>
              </a:rPr>
              <a:t>01 /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</a:rPr>
              <a:t>INTERNAL SALES PREP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</a:rPr>
              <a:t>SPROUTS AI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645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Agentic Recruiting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ADCC"/>
                </a:solidFill>
              </a:rPr>
              <a:t>AI agents that run your end-to-end hiring workflow so your team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ADCC"/>
                </a:solidFill>
              </a:rPr>
              <a:t>focuses on decisions - not coordination.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Workflows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DCC"/>
                </a:solidFill>
              </a:rPr>
              <a:t>One platform, end-to-end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8328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Agents Execute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40416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DCC"/>
                </a:solidFill>
              </a:rPr>
              <a:t>Sourcing to scheduling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 Without Headcount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0416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DCC"/>
                </a:solidFill>
              </a:rPr>
              <a:t>2× capacity, same team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0" y="137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DCC"/>
                </a:solidFill>
              </a:rPr>
              <a:t>02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</a:rPr>
              <a:t>WHO YOU'RE TALKING 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ICP &amp; Buyer Personas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E8F4F5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1795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ICP:  Tech companies · 10–100 employees · Lean recruiting team · High-growth hiring · AI-open early adopters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783080"/>
            <a:ext cx="265176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5623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56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Jordan Mills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Solo Recruiter / Head of Talent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395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</a:rPr>
              <a:t>Series A · ~45 employees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D7377"/>
                </a:solidFill>
              </a:rPr>
              <a:t>TOP PAINS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10–15 open roles, 1-person team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Spends 18 hrs/week on coordination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5295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Juggles 5+ tools per hire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80390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377"/>
                </a:solidFill>
              </a:rPr>
              <a:t>BUYS ON: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24128" y="38039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Ease of use + hours saved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"I spend more time coordinating than recruiting."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17830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00400" y="1783080"/>
            <a:ext cx="2651760" cy="502920"/>
          </a:xfrm>
          <a:prstGeom prst="rect">
            <a:avLst/>
          </a:prstGeom>
          <a:solidFill>
            <a:srgbClr val="085558"/>
          </a:solidFill>
          <a:ln w="12700">
            <a:solidFill>
              <a:srgbClr val="08555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291840" y="185623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91840" y="1856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SECONDARY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91840" y="2121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Alex Chen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234086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CEO / Co-Founder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2395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</a:rPr>
              <a:t>Pre-Series A · ~15 employees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0" y="28529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D7377"/>
                </a:solidFill>
              </a:rPr>
              <a:t>TOP PAINS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91840" y="3017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Doing recruiting alongside product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32735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12–15 hrs/week on hiring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35295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Can't afford a full-time recruiter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91840" y="380390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377"/>
                </a:solidFill>
              </a:rPr>
              <a:t>BUYS ON: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58768" y="38039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Speed + low oversight needed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4041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"Every hour I recruit is time not building."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17830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035040" y="1783080"/>
            <a:ext cx="2651760" cy="50292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126480" y="185623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126480" y="1856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ECONOMIC BUYER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26480" y="2121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Priya Sharma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26480" y="234086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VP of People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2395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</a:rPr>
              <a:t>Series B · ~85 employees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28529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D7377"/>
                </a:solidFill>
              </a:rPr>
              <a:t>TOP PAINS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17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Board wants 30 hires, no new HC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26480" y="32735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2-person TA team maxed out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26480" y="35295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Time-to-hire slipping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26480" y="380390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377"/>
                </a:solidFill>
              </a:rPr>
              <a:t>BUYS ON: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693408" y="38039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ROI + outcome metrics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4041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"Same team, twice the output."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0" y="137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DCC"/>
                </a:solidFill>
              </a:rPr>
              <a:t>03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</a:rPr>
              <a:t>HOW TO FRAME THE PITCH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Positioning &amp; Competitive Framing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B3A6B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1338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377"/>
                </a:solidFill>
              </a:rPr>
              <a:t>Core message:  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"Sprouts AI helps recruiting teams automate the end-to-end hiring workflow using AI agents, eliminating fragmented tools and manual coordination so teams can hire faster without increasing headcount."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377"/>
                </a:solidFill>
              </a:rPr>
              <a:t>WHERE SPROUTS FITS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Manual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Recruiters do everything manually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04288" y="24688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DCC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10312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6888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Assisted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4505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ATS organizes activities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(Greenhouse, Workday)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07408" y="24688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DCC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Augmented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4505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AI speeds up tasks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(Ashby, Juicebox)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10528" y="24688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DCC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210312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0D7377"/>
          </a:solidFill>
          <a:ln w="12700">
            <a:solidFill>
              <a:srgbClr val="08555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7512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Agentic 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4505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EEEE"/>
                </a:solidFill>
              </a:rPr>
              <a:t>AI executes the workflow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EEEE"/>
                </a:solidFill>
              </a:rPr>
              <a:t>Sprouts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377"/>
                </a:solidFill>
              </a:rPr>
              <a:t>VS. COMPETITION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164592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1480" y="3538728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3520440"/>
            <a:ext cx="210312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57400" y="353872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Greenhouse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3520440"/>
            <a:ext cx="210312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160520" y="353872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Ashby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520440"/>
            <a:ext cx="210312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353872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Sprouts AI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67328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11480" y="3785616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Category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11680" y="3767328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057400" y="378561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ATS / System of Record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0" y="3767328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160520" y="378561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Modern Recruiting Platform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3767328"/>
            <a:ext cx="2103120" cy="246888"/>
          </a:xfrm>
          <a:prstGeom prst="rect">
            <a:avLst/>
          </a:prstGeom>
          <a:solidFill>
            <a:srgbClr val="E8F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63640" y="378561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558"/>
                </a:solidFill>
              </a:rPr>
              <a:t>Agentic Recruiting Platform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014216"/>
            <a:ext cx="1645920" cy="246888"/>
          </a:xfrm>
          <a:prstGeom prst="rect">
            <a:avLst/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11480" y="4032504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Automation level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11680" y="4014216"/>
            <a:ext cx="2103120" cy="246888"/>
          </a:xfrm>
          <a:prstGeom prst="rect">
            <a:avLst/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057400" y="403250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Organizes tasks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0" y="4014216"/>
            <a:ext cx="2103120" cy="246888"/>
          </a:xfrm>
          <a:prstGeom prst="rect">
            <a:avLst/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160520" y="403250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Speeds up tasks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014216"/>
            <a:ext cx="2103120" cy="246888"/>
          </a:xfrm>
          <a:prstGeom prst="rect">
            <a:avLst/>
          </a:prstGeom>
          <a:solidFill>
            <a:srgbClr val="E8F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263640" y="403250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558"/>
                </a:solidFill>
              </a:rPr>
              <a:t>Executes end-to-end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261104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11480" y="4279392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Lean team fit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11680" y="4261104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057400" y="427939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Limited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0" y="4261104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160520" y="427939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Moderate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4261104"/>
            <a:ext cx="2103120" cy="246888"/>
          </a:xfrm>
          <a:prstGeom prst="rect">
            <a:avLst/>
          </a:prstGeom>
          <a:solidFill>
            <a:srgbClr val="E8F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263640" y="427939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558"/>
                </a:solidFill>
              </a:rPr>
              <a:t>Purpose-built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507992"/>
            <a:ext cx="1645920" cy="246888"/>
          </a:xfrm>
          <a:prstGeom prst="rect">
            <a:avLst/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11480" y="452628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Setup time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1680" y="4507992"/>
            <a:ext cx="2103120" cy="246888"/>
          </a:xfrm>
          <a:prstGeom prst="rect">
            <a:avLst/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2057400" y="452628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Weeks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14800" y="4507992"/>
            <a:ext cx="2103120" cy="246888"/>
          </a:xfrm>
          <a:prstGeom prst="rect">
            <a:avLst/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160520" y="452628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Weeks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4507992"/>
            <a:ext cx="2103120" cy="246888"/>
          </a:xfrm>
          <a:prstGeom prst="rect">
            <a:avLst/>
          </a:prstGeom>
          <a:solidFill>
            <a:srgbClr val="E8F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263640" y="452628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558"/>
                </a:solidFill>
              </a:rPr>
              <a:t>48 hours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0" y="137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EEE"/>
                </a:solidFill>
              </a:rPr>
              <a:t>04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EEEE"/>
                </a:solidFill>
              </a:rPr>
              <a:t>HOW TO RUN THE CALL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Discovery Questions &amp; Demo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7377"/>
                </a:solidFill>
              </a:rPr>
              <a:t>DISCOVERY QUESTIONS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Ask these in order. Listen for coordination language.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93192" y="1645920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93192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609344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22222"/>
                </a:solidFill>
              </a:rPr>
              <a:t>How many roles are you managing and what does your week actually look like?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99339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Volume + coordination = pain signal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93192" y="2395728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93192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2359152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22222"/>
                </a:solidFill>
              </a:rPr>
              <a:t>How many tools does your team use to run one hire end-to-end?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2743200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3+ tools = fragmentation problem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93192" y="3145536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93192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108960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22222"/>
                </a:solidFill>
              </a:rPr>
              <a:t>What's your biggest hiring priority for the next 90 days?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9300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Sets urgency + shapes demo focus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822192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93192" y="3895344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93192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85876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22222"/>
                </a:solidFill>
              </a:rPr>
              <a:t>Who else is involved in decisions like this?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4242816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Map buying committee early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B3A6B"/>
                </a:solidFill>
              </a:rPr>
              <a:t>DEMO FLOW (22 MIN)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13258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Lead with the problem, not the product.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572768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663440" y="1572768"/>
            <a:ext cx="73152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663440" y="1572768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3 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49824" y="16276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Open with their pain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49824" y="1865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Mirror back what you heard. Problem first, product second.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240280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663440" y="2240280"/>
            <a:ext cx="73152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663440" y="2240280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5 min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49824" y="22951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Show the workflow 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49824" y="2532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What AI handles vs. what recruiter controls. This is the aha moment.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907792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663440" y="2907792"/>
            <a:ext cx="73152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663440" y="2907792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8 min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49824" y="29626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Live demo on their role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49824" y="32004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Take one of their actual open roles. Run it through Sprouts live.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575304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663440" y="3575304"/>
            <a:ext cx="73152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663440" y="3575304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3 min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49824" y="36301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Dashboard &amp; control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49824" y="3867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Show pipeline visibility. Reinforce they're still in charge.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242816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663440" y="4242816"/>
            <a:ext cx="73152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663440" y="4242816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3 min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449824" y="42976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Close to pilot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49824" y="4535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</a:rPr>
              <a:t>"If this saved 10 hrs/week, what would change?" → move to pilot.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46720" y="137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DCC"/>
                </a:solidFill>
              </a:rPr>
              <a:t>05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</a:rPr>
              <a:t>HOW TO WIN THE DEAL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Objection Handling &amp; Close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7377"/>
                </a:solidFill>
              </a:rPr>
              <a:t>COMMON OBJECTIONS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344168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DF0E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3716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"We already have Greenhouse."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</a:rPr>
              <a:t>Sprouts integrates with Greenhouse - we're the automation layer on top. You keep your ATS, we eliminate the coordination your team is doing manually.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2148840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DF0E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17627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"I'm worried the AI will send a bad message."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</a:rPr>
              <a:t>You approve templates and tone before anything goes out. The AI handles speed; you control brand and voice.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53512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5760" y="2953512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DF0E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98094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"You're an early startup - is this ready?"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27832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</a:rPr>
              <a:t>We've closed customers exactly like you. Early = direct access to our team and input on the roadmap. Pilot first, no risk.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58184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3758184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DF0E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7856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"Ashby already makes us faster."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32504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</a:rPr>
              <a:t>Ashby speeds up tasks. Sprouts removes the tasks. That's 10+ hours/week back - not 10% faster on the same work.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1097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7377"/>
                </a:solidFill>
              </a:rPr>
              <a:t>QUALIFIED DEAL - ALL 4 MUST BE TRUE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0" y="1344168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8F4F5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760720" y="13716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5+ active open roles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691640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8F4F5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760720" y="171907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1–2 person TA 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039112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8F4F5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60720" y="20665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Tech company, 20–100 employees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386584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8F4F5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760720" y="24140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Active hiring urgency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834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B3A6B"/>
                </a:solidFill>
              </a:rPr>
              <a:t>THE PILOT CLOSE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306324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B3A6B"/>
          </a:solidFill>
          <a:ln w="12700">
            <a:solidFill>
              <a:srgbClr val="0D737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06440" y="3127248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i="1" dirty="0">
                <a:solidFill>
                  <a:srgbClr val="FFFFFF"/>
                </a:solidFill>
              </a:rPr>
              <a:t>"What I'd suggest is a pilot on one of your active roles. We set it up together in 48 hours, you see it run end-to-end, and you decide if it's worth rolling out.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i="1" dirty="0">
                <a:solidFill>
                  <a:srgbClr val="FFFFFF"/>
                </a:solidFill>
              </a:rPr>
              <a:t>No long implementation. No full commitment.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i="1" dirty="0">
                <a:solidFill>
                  <a:srgbClr val="FFFFFF"/>
                </a:solidFill>
              </a:rPr>
              <a:t>Want to pick a role to start with?"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Sprouts AI · Internal Sales Prep Deck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Sprouts AI — Internal Sales Prep Deck</dc:title>
  <dc:subject>PptxGenJS Presentation</dc:subject>
  <dc:creator>Kitty Rastogi</dc:creator>
  <cp:lastModifiedBy>Kitty Rastogi</cp:lastModifiedBy>
  <cp:revision>1</cp:revision>
  <dcterms:created xsi:type="dcterms:W3CDTF">2026-06-27T20:36:58Z</dcterms:created>
  <dcterms:modified xsi:type="dcterms:W3CDTF">2026-06-27T20:36:58Z</dcterms:modified>
</cp:coreProperties>
</file>